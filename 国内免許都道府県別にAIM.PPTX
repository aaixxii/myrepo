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wdp" ContentType="image/vnd.ms-photo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115" d="100"/>
          <a:sy n="115" d="100"/>
        </p:scale>
        <p:origin x="372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 smtClean="0"/>
              <a:t>マスター タイトルの書式設定</a:t>
            </a:r>
            <a:endParaRPr kumimoji="1" lang="ja-JP" altLang="en-US"/>
          </a:p>
        </p:txBody>
      </p:sp>
      <p:sp>
        <p:nvSpPr>
          <p:cNvPr id="3" name="サブタイトル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 smtClean="0"/>
              <a:t>マスター サブタイトルの書式設定</a:t>
            </a:r>
            <a:endParaRPr kumimoji="1" lang="ja-JP" altLang="en-US"/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E49BEE-B570-4F20-BF79-0729C5C104A5}" type="datetimeFigureOut">
              <a:rPr kumimoji="1" lang="ja-JP" altLang="en-US" smtClean="0"/>
              <a:t>2020/12/8</a:t>
            </a:fld>
            <a:endParaRPr kumimoji="1"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914233-4C61-4E88-A508-13C750D7CB2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8236536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smtClean="0"/>
              <a:t>マスター タイトルの書式設定</a:t>
            </a:r>
            <a:endParaRPr kumimoji="1" lang="ja-JP" altLang="en-US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 smtClean="0"/>
              <a:t>マスター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E49BEE-B570-4F20-BF79-0729C5C104A5}" type="datetimeFigureOut">
              <a:rPr kumimoji="1" lang="ja-JP" altLang="en-US" smtClean="0"/>
              <a:t>2020/12/8</a:t>
            </a:fld>
            <a:endParaRPr kumimoji="1"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914233-4C61-4E88-A508-13C750D7CB2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56976743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 smtClean="0"/>
              <a:t>マスター タイトルの書式設定</a:t>
            </a:r>
            <a:endParaRPr kumimoji="1" lang="ja-JP" altLang="en-US"/>
          </a:p>
        </p:txBody>
      </p:sp>
      <p:sp>
        <p:nvSpPr>
          <p:cNvPr id="3" name="テキスト プレースホルダー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ja-JP" altLang="en-US" smtClean="0"/>
              <a:t>マスター テキストの書式設定</a:t>
            </a:r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E49BEE-B570-4F20-BF79-0729C5C104A5}" type="datetimeFigureOut">
              <a:rPr kumimoji="1" lang="ja-JP" altLang="en-US" smtClean="0"/>
              <a:t>2020/12/8</a:t>
            </a:fld>
            <a:endParaRPr kumimoji="1"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914233-4C61-4E88-A508-13C750D7CB2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82989070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smtClean="0"/>
              <a:t>マスター タイトルの書式設定</a:t>
            </a:r>
            <a:endParaRPr kumimoji="1" lang="ja-JP" altLang="en-US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 smtClean="0"/>
              <a:t>マスター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4" name="コンテンツ プレースホルダー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 smtClean="0"/>
              <a:t>マスター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5" name="日付プレースホルダー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E49BEE-B570-4F20-BF79-0729C5C104A5}" type="datetimeFigureOut">
              <a:rPr kumimoji="1" lang="ja-JP" altLang="en-US" smtClean="0"/>
              <a:t>2020/12/8</a:t>
            </a:fld>
            <a:endParaRPr kumimoji="1" lang="ja-JP" altLang="en-US"/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914233-4C61-4E88-A508-13C750D7CB2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84619124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 smtClean="0"/>
              <a:t>マスター タイトルの書式設定</a:t>
            </a:r>
            <a:endParaRPr kumimoji="1" lang="ja-JP" altLang="en-US"/>
          </a:p>
        </p:txBody>
      </p:sp>
      <p:sp>
        <p:nvSpPr>
          <p:cNvPr id="3" name="テキスト プレースホルダー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 smtClean="0"/>
              <a:t>マスター テキストの書式設定</a:t>
            </a:r>
          </a:p>
        </p:txBody>
      </p:sp>
      <p:sp>
        <p:nvSpPr>
          <p:cNvPr id="4" name="コンテンツ プレースホルダー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 smtClean="0"/>
              <a:t>マスター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5" name="テキス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 smtClean="0"/>
              <a:t>マスター テキストの書式設定</a:t>
            </a:r>
          </a:p>
        </p:txBody>
      </p:sp>
      <p:sp>
        <p:nvSpPr>
          <p:cNvPr id="6" name="コンテンツ プレースホルダー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 smtClean="0"/>
              <a:t>マスター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7" name="日付プレースホルダー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E49BEE-B570-4F20-BF79-0729C5C104A5}" type="datetimeFigureOut">
              <a:rPr kumimoji="1" lang="ja-JP" altLang="en-US" smtClean="0"/>
              <a:t>2020/12/8</a:t>
            </a:fld>
            <a:endParaRPr kumimoji="1" lang="ja-JP" altLang="en-US"/>
          </a:p>
        </p:txBody>
      </p:sp>
      <p:sp>
        <p:nvSpPr>
          <p:cNvPr id="8" name="フッター プレースホルダー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914233-4C61-4E88-A508-13C750D7CB2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53648624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smtClean="0"/>
              <a:t>マスター タイトルの書式設定</a:t>
            </a:r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E49BEE-B570-4F20-BF79-0729C5C104A5}" type="datetimeFigureOut">
              <a:rPr kumimoji="1" lang="ja-JP" altLang="en-US" smtClean="0"/>
              <a:t>2020/12/8</a:t>
            </a:fld>
            <a:endParaRPr kumimoji="1" lang="ja-JP" altLang="en-US"/>
          </a:p>
        </p:txBody>
      </p:sp>
      <p:sp>
        <p:nvSpPr>
          <p:cNvPr id="4" name="フッター プレースホルダー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914233-4C61-4E88-A508-13C750D7CB2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0367445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E49BEE-B570-4F20-BF79-0729C5C104A5}" type="datetimeFigureOut">
              <a:rPr kumimoji="1" lang="ja-JP" altLang="en-US" smtClean="0"/>
              <a:t>2020/12/8</a:t>
            </a:fld>
            <a:endParaRPr kumimoji="1" lang="ja-JP" altLang="en-US"/>
          </a:p>
        </p:txBody>
      </p:sp>
      <p:sp>
        <p:nvSpPr>
          <p:cNvPr id="3" name="フッター プレースホルダー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914233-4C61-4E88-A508-13C750D7CB2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36166369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&#10;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 smtClean="0"/>
              <a:t>マスター タイトルの書式設定</a:t>
            </a:r>
            <a:endParaRPr kumimoji="1" lang="ja-JP" altLang="en-US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 smtClean="0"/>
              <a:t>マスター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4" name="テキスト プレースホルダー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 smtClean="0"/>
              <a:t>マスター テキストの書式設定</a:t>
            </a:r>
          </a:p>
        </p:txBody>
      </p:sp>
      <p:sp>
        <p:nvSpPr>
          <p:cNvPr id="5" name="日付プレースホルダー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E49BEE-B570-4F20-BF79-0729C5C104A5}" type="datetimeFigureOut">
              <a:rPr kumimoji="1" lang="ja-JP" altLang="en-US" smtClean="0"/>
              <a:t>2020/12/8</a:t>
            </a:fld>
            <a:endParaRPr kumimoji="1" lang="ja-JP" altLang="en-US"/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914233-4C61-4E88-A508-13C750D7CB2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03881585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 smtClean="0"/>
              <a:t>マスター タイトルの書式設定</a:t>
            </a:r>
            <a:endParaRPr kumimoji="1" lang="ja-JP" altLang="en-US"/>
          </a:p>
        </p:txBody>
      </p:sp>
      <p:sp>
        <p:nvSpPr>
          <p:cNvPr id="3" name="図プレースホルダー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 smtClean="0"/>
              <a:t>マスター テキストの書式設定</a:t>
            </a:r>
          </a:p>
        </p:txBody>
      </p:sp>
      <p:sp>
        <p:nvSpPr>
          <p:cNvPr id="5" name="日付プレースホルダー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E49BEE-B570-4F20-BF79-0729C5C104A5}" type="datetimeFigureOut">
              <a:rPr kumimoji="1" lang="ja-JP" altLang="en-US" smtClean="0"/>
              <a:t>2020/12/8</a:t>
            </a:fld>
            <a:endParaRPr kumimoji="1" lang="ja-JP" altLang="en-US"/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914233-4C61-4E88-A508-13C750D7CB2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25485168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smtClean="0"/>
              <a:t>マスター タイトルの書式設定</a:t>
            </a:r>
            <a:endParaRPr kumimoji="1" lang="ja-JP" altLang="en-US"/>
          </a:p>
        </p:txBody>
      </p:sp>
      <p:sp>
        <p:nvSpPr>
          <p:cNvPr id="3" name="縦書きテキスト プレースホルダー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 smtClean="0"/>
              <a:t>マスター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E49BEE-B570-4F20-BF79-0729C5C104A5}" type="datetimeFigureOut">
              <a:rPr kumimoji="1" lang="ja-JP" altLang="en-US" smtClean="0"/>
              <a:t>2020/12/8</a:t>
            </a:fld>
            <a:endParaRPr kumimoji="1"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914233-4C61-4E88-A508-13C750D7CB2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94258585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 smtClean="0"/>
              <a:t>マスター タイトルの書式設定</a:t>
            </a:r>
            <a:endParaRPr kumimoji="1" lang="ja-JP" altLang="en-US"/>
          </a:p>
        </p:txBody>
      </p:sp>
      <p:sp>
        <p:nvSpPr>
          <p:cNvPr id="3" name="縦書きテキスト プレースホルダー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 smtClean="0"/>
              <a:t>マスター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E49BEE-B570-4F20-BF79-0729C5C104A5}" type="datetimeFigureOut">
              <a:rPr kumimoji="1" lang="ja-JP" altLang="en-US" smtClean="0"/>
              <a:t>2020/12/8</a:t>
            </a:fld>
            <a:endParaRPr kumimoji="1"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914233-4C61-4E88-A508-13C750D7CB2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06727803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 smtClean="0"/>
              <a:t>マスター タイトルの書式設定</a:t>
            </a:r>
            <a:endParaRPr kumimoji="1" lang="ja-JP" altLang="en-US"/>
          </a:p>
        </p:txBody>
      </p:sp>
      <p:sp>
        <p:nvSpPr>
          <p:cNvPr id="3" name="テキスト プレースホルダー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 smtClean="0"/>
              <a:t>マスター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CE49BEE-B570-4F20-BF79-0729C5C104A5}" type="datetimeFigureOut">
              <a:rPr kumimoji="1" lang="ja-JP" altLang="en-US" smtClean="0"/>
              <a:t>2020/12/8</a:t>
            </a:fld>
            <a:endParaRPr kumimoji="1"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914233-4C61-4E88-A508-13C750D7CB2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2297760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131618" y="132369"/>
            <a:ext cx="11871960" cy="640715"/>
          </a:xfrm>
        </p:spPr>
        <p:txBody>
          <a:bodyPr>
            <a:normAutofit fontScale="90000"/>
          </a:bodyPr>
          <a:lstStyle/>
          <a:p>
            <a:r>
              <a:rPr kumimoji="1" lang="ja-JP" altLang="en-US" dirty="0" smtClean="0"/>
              <a:t>国内免許、成り済まし重複防止に</a:t>
            </a:r>
            <a:r>
              <a:rPr kumimoji="1" lang="en-US" altLang="ja-JP" dirty="0" smtClean="0"/>
              <a:t>AIM</a:t>
            </a:r>
            <a:r>
              <a:rPr kumimoji="1" lang="ja-JP" altLang="en-US" dirty="0" smtClean="0"/>
              <a:t>運用の件</a:t>
            </a:r>
            <a:endParaRPr kumimoji="1" lang="ja-JP" altLang="en-US" dirty="0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>
          <a:xfrm>
            <a:off x="289560" y="972588"/>
            <a:ext cx="11647516" cy="5586153"/>
          </a:xfrm>
        </p:spPr>
        <p:txBody>
          <a:bodyPr>
            <a:normAutofit/>
          </a:bodyPr>
          <a:lstStyle/>
          <a:p>
            <a:r>
              <a:rPr kumimoji="1" lang="ja-JP" altLang="en-US" sz="2400" dirty="0" smtClean="0"/>
              <a:t>当初の提案は、全国</a:t>
            </a:r>
            <a:r>
              <a:rPr kumimoji="1" lang="en-US" altLang="ja-JP" sz="2400" dirty="0" smtClean="0"/>
              <a:t>DB</a:t>
            </a:r>
            <a:r>
              <a:rPr kumimoji="1" lang="ja-JP" altLang="en-US" sz="2400" dirty="0" smtClean="0"/>
              <a:t>最大</a:t>
            </a:r>
            <a:r>
              <a:rPr kumimoji="1" lang="en-US" altLang="ja-JP" sz="2400" dirty="0" smtClean="0"/>
              <a:t>9,000</a:t>
            </a:r>
            <a:r>
              <a:rPr kumimoji="1" lang="ja-JP" altLang="en-US" sz="2400" dirty="0" smtClean="0"/>
              <a:t>万人、新規発行は</a:t>
            </a:r>
            <a:r>
              <a:rPr kumimoji="1" lang="en-US" altLang="ja-JP" sz="2400" dirty="0" smtClean="0"/>
              <a:t>1:N</a:t>
            </a:r>
            <a:r>
              <a:rPr kumimoji="1" lang="ja-JP" altLang="en-US" sz="2400" dirty="0" smtClean="0"/>
              <a:t>照合を行い、再発行は</a:t>
            </a:r>
            <a:r>
              <a:rPr kumimoji="1" lang="en-US" altLang="ja-JP" sz="2400" dirty="0" smtClean="0"/>
              <a:t>1:1</a:t>
            </a:r>
          </a:p>
          <a:p>
            <a:r>
              <a:rPr lang="ja-JP" altLang="en-US" sz="2400" dirty="0" smtClean="0"/>
              <a:t>最新要件：法的制約から、各都道府県毎に、データ（特徴量）は縦割り、他都道府県のデータは利用してはならない。法的の改正は数年先、それから初めての全国データ統合。</a:t>
            </a:r>
            <a:endParaRPr lang="en-US" altLang="ja-JP" sz="2400" dirty="0" smtClean="0"/>
          </a:p>
          <a:p>
            <a:r>
              <a:rPr lang="ja-JP" altLang="en-US" sz="2400" dirty="0" smtClean="0"/>
              <a:t>特徴量は、最低限</a:t>
            </a:r>
            <a:r>
              <a:rPr lang="en-US" altLang="ja-JP" sz="2400" dirty="0" smtClean="0"/>
              <a:t>DB</a:t>
            </a:r>
            <a:r>
              <a:rPr lang="ja-JP" altLang="en-US" sz="2400" dirty="0" smtClean="0"/>
              <a:t>上各都道府県は別のテーブルで持つ（例えばその先のテーブルスペースも分ける）。照合サーバのメモリ内については</a:t>
            </a:r>
            <a:r>
              <a:rPr lang="ja-JP" altLang="en-US" sz="2400" u="sng" dirty="0" smtClean="0"/>
              <a:t>やぶへび</a:t>
            </a:r>
            <a:r>
              <a:rPr lang="ja-JP" altLang="en-US" sz="2400" dirty="0" smtClean="0"/>
              <a:t>。</a:t>
            </a:r>
            <a:endParaRPr lang="en-US" altLang="ja-JP" sz="2400" dirty="0" smtClean="0"/>
          </a:p>
          <a:p>
            <a:r>
              <a:rPr lang="ja-JP" altLang="en-US" sz="2400" dirty="0" smtClean="0"/>
              <a:t>照合の</a:t>
            </a:r>
            <a:r>
              <a:rPr lang="en-US" altLang="ja-JP" sz="2400" dirty="0" smtClean="0"/>
              <a:t>1:N</a:t>
            </a:r>
            <a:r>
              <a:rPr lang="ja-JP" altLang="en-US" sz="2400" dirty="0" smtClean="0"/>
              <a:t>は、それぞれの都道府県の母数</a:t>
            </a:r>
            <a:r>
              <a:rPr lang="en-US" altLang="ja-JP" sz="2400" dirty="0" smtClean="0"/>
              <a:t>N</a:t>
            </a:r>
            <a:r>
              <a:rPr lang="ja-JP" altLang="en-US" sz="2400" dirty="0" smtClean="0"/>
              <a:t>’に限る</a:t>
            </a:r>
            <a:endParaRPr lang="en-US" altLang="ja-JP" sz="2400" dirty="0" smtClean="0"/>
          </a:p>
          <a:p>
            <a:r>
              <a:rPr kumimoji="1" lang="ja-JP" altLang="en-US" sz="2400" dirty="0" smtClean="0"/>
              <a:t>予定：</a:t>
            </a:r>
            <a:r>
              <a:rPr kumimoji="1" lang="en-US" altLang="ja-JP" sz="2400" dirty="0" smtClean="0"/>
              <a:t>2021/10</a:t>
            </a:r>
            <a:r>
              <a:rPr kumimoji="1" lang="ja-JP" altLang="en-US" sz="2400" dirty="0" smtClean="0"/>
              <a:t>社内</a:t>
            </a:r>
            <a:r>
              <a:rPr kumimoji="1" lang="ja-JP" altLang="en-US" sz="2400" dirty="0" err="1" smtClean="0"/>
              <a:t>りり</a:t>
            </a:r>
            <a:r>
              <a:rPr kumimoji="1" lang="ja-JP" altLang="en-US" sz="2400" dirty="0" smtClean="0"/>
              <a:t>ー</a:t>
            </a:r>
            <a:r>
              <a:rPr kumimoji="1" lang="ja-JP" altLang="en-US" sz="2400" dirty="0" err="1" smtClean="0"/>
              <a:t>す</a:t>
            </a:r>
            <a:r>
              <a:rPr kumimoji="1" lang="ja-JP" altLang="en-US" sz="2400" dirty="0" smtClean="0"/>
              <a:t>、</a:t>
            </a:r>
            <a:r>
              <a:rPr kumimoji="1" lang="en-US" altLang="ja-JP" sz="2400" dirty="0" smtClean="0"/>
              <a:t>2022/3</a:t>
            </a:r>
            <a:r>
              <a:rPr kumimoji="1" lang="ja-JP" altLang="en-US" sz="2400" dirty="0" smtClean="0"/>
              <a:t>客先展開</a:t>
            </a:r>
            <a:endParaRPr kumimoji="1" lang="en-US" altLang="ja-JP" sz="2400" dirty="0" smtClean="0"/>
          </a:p>
          <a:p>
            <a:r>
              <a:rPr lang="ja-JP" altLang="en-US" sz="2400" dirty="0" smtClean="0"/>
              <a:t>現在</a:t>
            </a:r>
            <a:r>
              <a:rPr lang="en-US" altLang="ja-JP" sz="2400" dirty="0" smtClean="0"/>
              <a:t>2022</a:t>
            </a:r>
            <a:r>
              <a:rPr lang="ja-JP" altLang="en-US" sz="2400" dirty="0" smtClean="0"/>
              <a:t>年、初年度に運用する都道府県は四つ。他の県はそれ以後</a:t>
            </a:r>
            <a:endParaRPr lang="en-US" altLang="ja-JP" sz="2400" dirty="0" smtClean="0"/>
          </a:p>
          <a:p>
            <a:r>
              <a:rPr kumimoji="1" lang="ja-JP" altLang="en-US" sz="2400" dirty="0" smtClean="0"/>
              <a:t>案：都道府県別の</a:t>
            </a:r>
            <a:r>
              <a:rPr kumimoji="1" lang="en-US" altLang="ja-JP" sz="2400" dirty="0" smtClean="0"/>
              <a:t>AIM</a:t>
            </a:r>
            <a:r>
              <a:rPr kumimoji="1" lang="ja-JP" altLang="en-US" sz="2400" dirty="0" smtClean="0"/>
              <a:t>で稼働する。あるいはこれで一年を時間を稼げる</a:t>
            </a:r>
            <a:endParaRPr kumimoji="1" lang="en-US" altLang="ja-JP" sz="2400" dirty="0" smtClean="0"/>
          </a:p>
          <a:p>
            <a:r>
              <a:rPr kumimoji="1" lang="ja-JP" altLang="en-US" sz="2400" dirty="0" smtClean="0"/>
              <a:t>案：</a:t>
            </a:r>
            <a:r>
              <a:rPr kumimoji="1" lang="en-US" altLang="ja-JP" sz="2400" dirty="0" smtClean="0"/>
              <a:t>AIM</a:t>
            </a:r>
            <a:r>
              <a:rPr kumimoji="1" lang="ja-JP" altLang="en-US" sz="2400" dirty="0" err="1" smtClean="0"/>
              <a:t>を改</a:t>
            </a:r>
            <a:r>
              <a:rPr kumimoji="1" lang="ja-JP" altLang="en-US" sz="2400" dirty="0" smtClean="0"/>
              <a:t>修する、</a:t>
            </a:r>
            <a:r>
              <a:rPr kumimoji="1" lang="en-US" altLang="ja-JP" sz="2400" dirty="0" smtClean="0"/>
              <a:t>Scope</a:t>
            </a:r>
            <a:r>
              <a:rPr kumimoji="1" lang="ja-JP" altLang="en-US" sz="2400" dirty="0" smtClean="0"/>
              <a:t>を利用し、物理分割も意識</a:t>
            </a:r>
            <a:endParaRPr kumimoji="1" lang="en-US" altLang="ja-JP" sz="2400" dirty="0" smtClean="0"/>
          </a:p>
          <a:p>
            <a:r>
              <a:rPr lang="ja-JP" altLang="en-US" sz="2400" dirty="0" smtClean="0"/>
              <a:t>案：</a:t>
            </a:r>
            <a:r>
              <a:rPr lang="en-US" altLang="ja-JP" sz="2400" dirty="0" smtClean="0"/>
              <a:t>AIM</a:t>
            </a:r>
            <a:r>
              <a:rPr lang="ja-JP" altLang="en-US" sz="2400" dirty="0" smtClean="0"/>
              <a:t>のデータ構成を大きく見直した改修を行い、データ分散の追加方式、マイクロサービスに進展（</a:t>
            </a:r>
            <a:r>
              <a:rPr lang="ja-JP" altLang="en-US" sz="2400" dirty="0" smtClean="0"/>
              <a:t>外務書のパスポート案件にも適用）</a:t>
            </a:r>
            <a:endParaRPr kumimoji="1" lang="ja-JP" altLang="en-US" sz="2400" dirty="0"/>
          </a:p>
        </p:txBody>
      </p:sp>
      <p:pic>
        <p:nvPicPr>
          <p:cNvPr id="1028" name="Picture 4" descr="マル秘、極秘、機密の違い - ＫＯｆｙの「倍行く」人生"/>
          <p:cNvPicPr>
            <a:picLocks noChangeAspect="1" noChangeArrowheads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0" b="100000" l="0" r="100000">
                        <a14:foregroundMark x1="60534" y1="30631" x2="60534" y2="30631"/>
                        <a14:foregroundMark x1="86944" y1="49249" x2="86944" y2="49249"/>
                        <a14:foregroundMark x1="45994" y1="57958" x2="45994" y2="5795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27886" y="3192088"/>
            <a:ext cx="1575692" cy="15569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4488745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258</TotalTime>
  <Words>215</Words>
  <Application>Microsoft Office PowerPoint</Application>
  <PresentationFormat>ワイド画面</PresentationFormat>
  <Paragraphs>10</Paragraphs>
  <Slides>1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</vt:i4>
      </vt:variant>
    </vt:vector>
  </HeadingPairs>
  <TitlesOfParts>
    <vt:vector size="5" baseType="lpstr">
      <vt:lpstr>游ゴシック</vt:lpstr>
      <vt:lpstr>游ゴシック Light</vt:lpstr>
      <vt:lpstr>Arial</vt:lpstr>
      <vt:lpstr>Office テーマ</vt:lpstr>
      <vt:lpstr>国内免許、成り済まし重複防止にAIM運用の件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プレゼンテーション</dc:title>
  <dc:creator>leiming</dc:creator>
  <cp:lastModifiedBy>leiming</cp:lastModifiedBy>
  <cp:revision>7</cp:revision>
  <dcterms:created xsi:type="dcterms:W3CDTF">2020-12-07T23:44:11Z</dcterms:created>
  <dcterms:modified xsi:type="dcterms:W3CDTF">2020-12-08T04:02:43Z</dcterms:modified>
</cp:coreProperties>
</file>